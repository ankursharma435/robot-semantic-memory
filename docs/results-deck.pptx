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one-line why is on this slide deliberately — judges asked for the problem stated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three-row card sets up the whole argument: the gap between looking something up and asking a big model is five orders of magnitude.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caveat is on the slide on purpose. It is the first thing a knowledgeable reader tests, and volunteering it buys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the 64-dim tier fails. On this set it did not. The margin narrowing is the honest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is the cleanest projection in the deck — it is arithmetic from measured bytes per frame, derivable on a napkin.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21892"/>
            <a:ext cx="100584" cy="10058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137160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GTC BERLIN · GOLDEN TICKET SUBMISSION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Semantic Memory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embeddings as a gate on expensive perception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shouldn't wake a large vision-language model to answer questions it already knows the answer to. This is a cheap, truncatable visual memory plus a gate that decides when the expensive model isn't needed.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1E273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020056"/>
            <a:ext cx="109728" cy="10972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919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jina-clip-v2 · local, CPU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367528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1E273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5495544"/>
            <a:ext cx="109728" cy="10972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394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· VLM + 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843016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1E273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5971032"/>
            <a:ext cx="109728" cy="10972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8704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Riva · ASR + TTS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github.com/ankursharma435/robot-semantic-memory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robot sees the same</a:t>
            </a:r>
            <a:endParaRPr lang="en-US" sz="3600" dirty="0"/>
          </a:p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things, over and over.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robot stares at the same aisles all day — same shelves, same boxes. But if every question goes to a large vision-language model, it pays full price every time, for answers it already had.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Slow. Power-hungry on a battery. And it occupies the one accelerator the robot has.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914400"/>
            <a:ext cx="5239512" cy="3840480"/>
          </a:xfrm>
          <a:prstGeom prst="roundRect">
            <a:avLst>
              <a:gd name="adj" fmla="val 1429"/>
            </a:avLst>
          </a:prstGeom>
          <a:solidFill>
            <a:srgbClr val="1E273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OF ANSWERING ONE QUESTION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11B VLM call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84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 TFLOP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 query locally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GFLOP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 in memory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904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kFLOP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8920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 as 2 × params × tokens.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0584" cy="10058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encode. Three memory tiers.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Representation Learning trains the encoder so that any prefix of its output is itself a valid embedding. One forward pass produces 1024 dimensions; the first 64, 256 or 768 each still mean something alone.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1E27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32735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58444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1330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B per frame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441655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just saw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decays after 30s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1648" y="3063240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1E273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79392" y="32735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358444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256d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41330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KB per frame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79392" y="441655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I've learned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labelled, consolidated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43216" y="3063240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1E273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32735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58444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1330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KB per frame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41655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know well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5714"/>
            </a:avLst>
          </a:prstGeom>
          <a:solidFill>
            <a:srgbClr val="2732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46811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does not make the encoder cheaper.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runs once regardless of how many dimensions you keep. What truncation buys is cheaper storage and cheaper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0584" cy="10058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not to ask.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1E273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77440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2732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stored memory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clears that tier's threshold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label and coordinates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 ms 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model never invoked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10312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1E2731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377440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2732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2450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expensive model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42900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learned is close enough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task needs manipulation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match came only from what's in 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live frame to an NVIDIA NIM VLM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scores from different truncation widths are not comparable — a narrow prefix systematically scores higher. So each tier carries its own threshold, calibrated from photographs, and a match found only in the always-watching tier never counts as something learned.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58CDB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· 11 PHOTOGRAPHS, FOUR OBJECTS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tier got every retrieval right.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4114800"/>
                <a:gridCol w="24048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D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D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Recall@1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D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Margin over best wrong match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D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Calibrated threshold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 768d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 256d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 64d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9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A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14800"/>
            <a:ext cx="10908792" cy="1920240"/>
          </a:xfrm>
          <a:prstGeom prst="roundRect">
            <a:avLst>
              <a:gd name="adj" fmla="val 2857"/>
            </a:avLst>
          </a:prstGeom>
          <a:solidFill>
            <a:srgbClr val="2732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32688" y="4343400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tiers actually showed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4736592"/>
            <a:ext cx="10323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survives truncation, so two same-shape mugs separated cleanly even at 64 dimensions. What shrinks is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58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gap to the nearest wrong answer collapses from +0.043 to +0.013. Three times less headroom for the same accuracy. That is the real cost of truncation here, and it is why each tier needs its own threshold.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58CDB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· THIS RUN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Remembering versus asking.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1E27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3682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LOOKUP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609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8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 ms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4472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cosine over the learned tiers. No network, no GPU.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21488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1E273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6008" y="23682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609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 s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4472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to an 11B vision model on an NVIDIA NIM.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9872" y="21488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1E273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75904" y="23682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FRAME STORED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6609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4472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64 dimensions, against 8192 bytes for a fixed-width 2048-dim baseline.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2732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5138928"/>
            <a:ext cx="10323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58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~4,200×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fewer operations to answer from memory than to wake the expensive model — and 32× less storage per frame.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B7A6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7A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 · WAREHOUSE FLEET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gigabytes, not three terabytes.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per second of continuous perception, eight-hour shifts, 250 shifts a year. Projected from directly measured bytes per frame.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robot, one 8-hour shift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32x less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7863840" cy="274320"/>
          </a:xfrm>
          <a:prstGeom prst="roundRect">
            <a:avLst>
              <a:gd name="adj" fmla="val 10000"/>
            </a:avLst>
          </a:prstGeom>
          <a:solidFill>
            <a:srgbClr val="E8A2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31936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 MB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33249" cy="274320"/>
          </a:xfrm>
          <a:prstGeom prst="roundRect">
            <a:avLst>
              <a:gd name="adj" fmla="val 11761"/>
            </a:avLst>
          </a:prstGeom>
          <a:solidFill>
            <a:srgbClr val="58CD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1345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MB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04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robot, one year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32x less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7863840" cy="274320"/>
          </a:xfrm>
          <a:prstGeom prst="roundRect">
            <a:avLst>
              <a:gd name="adj" fmla="val 10000"/>
            </a:avLst>
          </a:prstGeom>
          <a:solidFill>
            <a:srgbClr val="E8A2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31936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GB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239914" cy="274320"/>
          </a:xfrm>
          <a:prstGeom prst="roundRect">
            <a:avLst>
              <a:gd name="adj" fmla="val 11434"/>
            </a:avLst>
          </a:prstGeom>
          <a:solidFill>
            <a:srgbClr val="58CD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8010" y="4535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 GB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11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50-robot fleet, one year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5111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32x less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7863840" cy="274320"/>
          </a:xfrm>
          <a:prstGeom prst="roundRect">
            <a:avLst>
              <a:gd name="adj" fmla="val 10000"/>
            </a:avLst>
          </a:prstGeom>
          <a:solidFill>
            <a:srgbClr val="E8A2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31936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2949 GB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751576"/>
            <a:ext cx="245328" cy="274320"/>
          </a:xfrm>
          <a:prstGeom prst="roundRect">
            <a:avLst>
              <a:gd name="adj" fmla="val 11182"/>
            </a:avLst>
          </a:prstGeom>
          <a:solidFill>
            <a:srgbClr val="58CD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3424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GB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E8A2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6272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2048d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6355080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58CDB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023360" y="6272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64/256/768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B7A6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7A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 · COMPUTE AND ENERGY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times less perception compute.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gate answers eight queries in ten — realistic for a robot working a familiar space — then across 100 queries: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E27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8254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ESCALATE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1181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3,740 TFLOP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0448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wakes the 11B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2606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E27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28254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GATED AT 80%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1181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 TFLOP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90448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answered from memory, 20 escalated.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2606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E273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5904" y="28254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1181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5.0×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90448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perception compute — and, on fixed silicon, roughly 5× less perception energy.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2732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" y="5257800"/>
            <a:ext cx="10323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8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inferred, not measured.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wattage was recorded on this laptop, and none on a Jetson. Energy is assumed to track compute on fixed silicon. The claim that needs no assumption: every question memory answers is a model invocation that never happens at all.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8932"/>
            <a:ext cx="100584" cy="100584"/>
          </a:xfrm>
          <a:prstGeom prst="ellipse">
            <a:avLst/>
          </a:prstGeom>
          <a:solidFill>
            <a:srgbClr val="E8A2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54864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claim.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093976"/>
            <a:ext cx="128016" cy="128016"/>
          </a:xfrm>
          <a:prstGeom prst="ellipse">
            <a:avLst/>
          </a:prstGeom>
          <a:solidFill>
            <a:srgbClr val="E8A2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2011680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cheap path is faster per call.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340864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false here — local encode ~1.6 s against a hosted VLM at ~1.0 s. The expensive path runs on datacentre GPUs while the encoder runs on laptop CPU. The claim is calls avoided, not latency won.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28016" cy="128016"/>
          </a:xfrm>
          <a:prstGeom prst="ellipse">
            <a:avLst/>
          </a:prstGeom>
          <a:solidFill>
            <a:srgbClr val="E8A2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" y="3072384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truncation saves encoder compute.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401568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not. The backbone runs once regardless of dimensions kept.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E8A2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9264" y="4133088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anything ran on a Jetson, TensorRT, or Isaac GR00T.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4462272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did. The hosted VLM is a stand-in for the escalation target.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276088"/>
            <a:ext cx="128016" cy="128016"/>
          </a:xfrm>
          <a:prstGeom prst="ellipse">
            <a:avLst/>
          </a:prstGeom>
          <a:solidFill>
            <a:srgbClr val="E8A2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" y="5193792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power figure.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5522976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was taken. Energy is inferred from compute and labelled as such.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which figures are measured, which projected and which inferred is the point — not a disclaimer.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0584" cy="100584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0"/>
            <a:ext cx="1070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9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today, and what's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1E27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12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8C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AND MEASURED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jina-clip-v2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5292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CPU · open weights, CC BY-NC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278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llama-nemotron-embed-vl-1b-v2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· fixed-width baseline, 2048d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496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llama-3.2-11b-vision-instruct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965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· escalation target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714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parakeet-ctc-0.6b · magpie-tts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1830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Riva · speech in and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5102352" cy="3200400"/>
          </a:xfrm>
          <a:prstGeom prst="roundRect">
            <a:avLst>
              <a:gd name="adj" fmla="val 1714"/>
            </a:avLst>
          </a:prstGeom>
          <a:solidFill>
            <a:srgbClr val="2732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221284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 · NOT YET RUN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60604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A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Jetson Orin Nano Super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85292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and memory move on-device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22783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A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TensorRT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47472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encoder latency that dominates today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84962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A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Isaac GR00T N1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4096512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VLM stand-in with a real VLA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5720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does not know what sits behind it — swapping the escalation target is one function call.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unit tests · every measurement reproducible · github.com/ankursharma435/robot-semantic-memory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Semantic Memory — Results</dc:title>
  <dc:subject>PptxGenJS Presentation</dc:subject>
  <dc:creator>Ankur Sharma</dc:creator>
  <cp:lastModifiedBy>Ankur Sharma</cp:lastModifiedBy>
  <cp:revision>1</cp:revision>
  <dcterms:created xsi:type="dcterms:W3CDTF">2026-09-08T20:01:06Z</dcterms:created>
  <dcterms:modified xsi:type="dcterms:W3CDTF">2026-09-08T20:01:06Z</dcterms:modified>
</cp:coreProperties>
</file>